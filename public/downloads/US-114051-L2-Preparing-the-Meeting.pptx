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SO 2 · NQF LEVEL 5 · 4 CREDITS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Preparing for a Technical Practitioners Meeting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Venue, facilities, technology and supporting information — documented outcomes, timeous notification and an agenda built the right way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90-minute lesson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Friday, 4 Sep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Personal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OUTCOME 2 &amp; ASSESSMENT CRITERIA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must be able to do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for a technical practitioners meeting. You will be assessed against these criteria: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03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299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arrangements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5292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 selection, facilities, technology required and relevant supporting information — relevant to the type of meeting.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85916" y="192024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9420" y="20299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Documented outcomes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350508" y="285292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intended outcomes of the meeting are clear, concise and well documented.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2920" y="411480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2976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6424" y="42245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Timeous invitations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67512" y="504748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invitations are extended to relevant participants timeously.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185916" y="411480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2976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89420" y="42245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distributed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350508" y="504748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agenda and other supporting documentation are completed and distributed.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arrangements — nothing left to chance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 of a meeting is heavily dependent on the preparation and input into it. Four arrangements must be in place: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5001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5740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19842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Venue selection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07208"/>
            <a:ext cx="51709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 and interactive capability affect the outcome: participants who must move between groups need the space for it. The venue must be accessible, and located where participants will not be distracted.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85916" y="1874520"/>
            <a:ext cx="55001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20574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9420" y="19842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Facilities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350508" y="2807208"/>
            <a:ext cx="51709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Driven by the meeting type, the outcome required and the resources used. Where resources need extra facilities, arrange their availability in advance.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5001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3434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6424" y="42702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67512" y="5093208"/>
            <a:ext cx="51709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delegates must work online, the venue needs internet access; any equipment participants must use has to be made available — and tested.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185916" y="4160520"/>
            <a:ext cx="55001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34340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89420" y="42702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information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350508" y="5093208"/>
            <a:ext cx="51709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guides and additional information gathered by the company must be readily available to the presenter and participants.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 — make the meeting easy to attend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the organisers' responsibility to ensure everyone is notified of the date, time and venue of the meeting, as well as the main issues to be discussed.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 meeting day, time and location — e.g. the first Friday of the month in the same room — helps people make it a habit and cuts notification costs.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space private enough for strong disagreements, where only the members of the group will be while you are using it.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sure the room is open and set up properly: enough chairs, seating in a circle, and the chairperson seated where everyone is visible.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outcomes of the meeting must be outlined in the invitation, with the requirements of the meeting — sent out timeously so participants can prepare themselves accordingly.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Outcomes and invitations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THE OUTCOMES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 outcomes are clear, concise and well documented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understand what is expected of them — and in which format it must be returned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agenda is built around the outcomes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Afterwards, success is measured against the outcomes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0236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TIMEOUSLY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0236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date, time, venue, purpose and the meeting's outcomes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early enough for participants to prepare and study the documentation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Schedules can be arranged so the right people attend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attendance and arrange stand-ins where needed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Preparing the agenda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agenda is a list of the most important issues for the members to discuss — the responsibility of the chairperson and the secretary.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drawn from the Matters Arising of the previous meeting: tasks needing a report-back, matters that needed further information, and matters deferred to this meeting. The chairperson reads the previous minutes to prepare.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 items in order of priority and allocate time for each discussion; familiarise yourself with each area of discussion.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agenda gives people time to plan, do assignments and bring the necessary information — it can be printed and distributed in advance, or written up where everyone can see it.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 set in stone: additions can be discussed and approved at the start, and the chair may set a maximum time per topic if there is a lot to get through.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last item is General / Any Other Business — for short items not included on the agenda.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standard agenda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agenda should include all of the following items that apply to your group: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268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#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Agenda item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Additions to and approval of the agenda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Reading, corrections and approval of the previous meeting's minutes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Announcements and correspondence to be dealt with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Treasurer's report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Committee reports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Unfinished business — issues left over from previous meetings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business — then General / Any Other Business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Specific Outcome 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116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“Preparing for a technical practitioners meeting” — typed answers, AI-marked.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0116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3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Preparing and chairing the meeting. 80%+ is competent.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0116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portfolio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the notice, agenda and invitations for the meeting you will chair — logbook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meeting is won before it starts.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 » facilities » technology » support information » outcomes outlined in the invitation » timeous notification » an agenda in priority order with time per item — preparation turns meeting time into decision time.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114051 — Preparing for a Technical Practitioners Meeting</dc:title>
  <dc:subject>PptxGenJS Presentation</dc:subject>
  <dc:creator>Andre Snell</dc:creator>
  <cp:lastModifiedBy>Andre Snell</cp:lastModifiedBy>
  <cp:revision>1</cp:revision>
  <dcterms:created xsi:type="dcterms:W3CDTF">2026-09-15T15:38:23Z</dcterms:created>
  <dcterms:modified xsi:type="dcterms:W3CDTF">2026-09-15T15:38:23Z</dcterms:modified>
</cp:coreProperties>
</file>