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SO 2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Preparing for a Technical Practitioners Meeting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Venue, facilities, technology and supporting information — with documented outcomes, timeous invitations and a distributed agenda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90-minute lesson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11 Sep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Personal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 2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for a technical practitioners meeting. You will be assessed against these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031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299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Physical arrangements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5292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Venue, facilities, technology and supporting information are in place.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85916" y="192024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21031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89420" y="20299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Documented outcomes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50508" y="285292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intended outcomes of the meeting are clear, concise and well documented.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02920" y="411480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297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06424" y="4224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Timeous invitations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67512" y="504748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 are invited early enough to prepare and attend.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185916" y="411480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29768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89420" y="4224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Agenda distributed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350508" y="504748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agenda and supporting documentation are completed and distributed.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Physical arrangements — nothing left to chance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 is where a meeting is won. Four arrangements must be in place before anyone walks in: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Venue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Booked, accessible and set up for the meeting style — seating that lets practitioners face each other.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85916" y="182880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89420" y="1938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Facilities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50508" y="276148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Whiteboards, flip charts, stationery, refreshments — everything the discussion will need.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02920" y="397764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06424" y="40873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67512" y="491032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Projector, video conferencing, network access — prepared and tested before the meeting starts.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185916" y="397764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89420" y="40873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information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350508" y="491032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Reports, designs and data the discussion depends on — available to every participant.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Outcomes and invitations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THE OUTCOMES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Intended outcomes are clear, concise and well documented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agenda is built around the outcomes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 know what the meeting must achieve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Afterwards, success is measured against the outcomes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INVITE TIMEOUSLY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0236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 get time to prepare and study the documentation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Schedules can be arranged so the right people attend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 date, time, venue and the meeting's purpose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attendance and arrange stand-ins where needed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agenda — the meeting's roadmap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the agenda and distribute it with the supporting documentation before the meeting.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20240"/>
          <a:ext cx="111831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912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Agenda element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What it does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Purpose &amp; outcomes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States why the meeting is held and what it must achieve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Items in priority order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Important and urgent topics first — minor items at the end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 per item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Discussion time allocated according to importance and complexity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Supporting documents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Reports and designs attached so participants arrive prepared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Roles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Chairperson, note taker (with a technical background) and presenters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Specific Outcome 2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“Preparing for a technical practitioners meeting” — typed answers,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3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Preparing and chairing the meeting.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portfolio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the notice, agenda and invitations for the meeting you will chair — logbook evidence.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meeting is won before it starts.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Venue » facilities » technology » supporting information » documented outcomes » timeous invitations » a distributed agenda — preparation turns meeting time into decision time.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114051 — Preparing for a Technical Practitioners Meeting</dc:title>
  <dc:subject>PptxGenJS Presentation</dc:subject>
  <dc:creator>Andre Snell</dc:creator>
  <cp:lastModifiedBy>Andre Snell</cp:lastModifiedBy>
  <cp:revision>1</cp:revision>
  <dcterms:created xsi:type="dcterms:W3CDTF">2026-09-03T20:42:04Z</dcterms:created>
  <dcterms:modified xsi:type="dcterms:W3CDTF">2026-09-03T20:42:04Z</dcterms:modified>
</cp:coreProperties>
</file>