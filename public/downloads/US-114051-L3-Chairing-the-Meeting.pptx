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3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Chairing a Technical Practitioners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the members own, the agenda followed step by step, everyone participating — and clear decisions with owners and timeframes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3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a technical practitioners meeting.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Establish rules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 and members agree on rules and guidelines on behaviour.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conventions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conventions applied throughout, per the standing procedures of the organisation.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 the agenda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published agenda is followed item by item.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519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 participation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participation by all members to avoid or minimise conflict.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5196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Prioritise &amp; time-box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Topics prioritised; discussion time allocated by importance, urgency and complexity.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8080248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251960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83752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 clear decisions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8244840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clear, accurate, time-framed and within the meeting's mandate.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chairperson — the most important person in the room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chairperson sets the pace, keeps people on the topics, ensures democratic decisions are taken and that everyone is on board with them.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Chairing is a great skill: teach members to chair and rotate the job so more people practise it — but use an experienced chairperson for important meetings.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chairperson is an ACTIVE chairperson — not just keeping a list of speakers and letting them talk one after the other.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Introduce each topic clearly and guide the discussion, especially when people start repeating points.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a discussion throws up opposing views, summarise the different positions and propose a way forward: a vote, a further discussion at another date, or a compromise most people can agree with.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the meeting to agree on the way forward — and apologise to those who still wanted to speak.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with rules the members own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RULES &amp; GUIDELINES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the rules in conjunction with the members at the start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 cut-off time everyone agrees on — it encourages people to be brief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get the floor, how long contributions may run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decisions will be taken — and what is in scope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rules create buy-in and prevent procedural disputes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AGREED CONVENTIONS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motions through moving, seconding and amending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published agenda item by item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 points of order, information and protection fairly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 unrelated issues and keep an eye on the clock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rules for everyone — applied consistently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Running the agenda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17904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meeting, welcome everyone and check who is present — record apologies, and send round an attendance register if the group is large.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on time, and make sure everyone knows who everyone else is — a quick go-round of names for newcomers.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Minutes: circulate or read the previous meeting's minutes, give members the chance to add what was left out, and adopt them as an accurate record.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Matters arising: work through the points from the previous minutes — tasks report back, deferred matters are discussed.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Correspondence: read out or list the letters received, with the chairperson suggesting action on each.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items: someone introduces each item as a discussion or a report — a report covers what was completed, the problems, and what still needs to be done.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each discussion: examine the issue, get everyone's ideas, arrive at a decision, delegate responsibility, and follow up to ensure completion.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Basic steps for chairing — decisions that stick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on individuals to introduce or lead each agenda point, give everyone a chance to speak — and ensure no one dominates the discussion.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Summarise the discussion clearly, restating the ideas and proposals put forward — without repeating everything that was said.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agreement on what the decision is, and make sure everyone understands 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Delegate the duty of carrying out each decision — the responsible person must know exactly what to do, by when, and when to report back.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Ensure everyone takes part in the discussions and the decision-making.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set the date for the next meeting before this one ends.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Facilitation skills that make it work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Encourage discussion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questions back to the group, ask open-ended questions, compliment ideas — let people say “ditto” instead of repeating.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 the traffic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Jot down speakers in order; let first-time speakers skip the queue; no second turn until everyone has spoken once.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Stay neutral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Don't use the chair to impose your own opinions — step aside if you feel strongly, speak last, and mark personal views as personal.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Watch the non-verbals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 speakers, lean forward, nod; make eye contact with people who need encouragement — spot the half-raised hand.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silence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Don't fear silence — it gives people a chance to collect their thoughts and often draws out hesitant comments.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06908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Guide to closure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Restate comments, ask for clarification, summarise what is agreed and what is left, and call the decision when it's time.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Participation, priorities and staying on course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for active participation by ALL members — invite quiet members by name and draw the whole group into the discussion; that is how conflict is minimised.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Prioritise topics and allocate discussion time according to importance, urgency, complexity and the agenda.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discussion strays off-topic, point it out and redirect it back on course; agree a time limit when a discussion threatens to run away.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group is only repeating itself, restate and summarise the issues and ask if people are ready to decide — or table the matter, ask someone to bring more information, or form a committee.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decision is too contentious, postpone it to the next meeting so people can think things over — and calm down.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Ensure agreed decisions are clear, accurate, include a time frame for action, and are within the mandate of the type of meeting conducted.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 time at the end to process: what went well, lingering concerns — and END ON TIME; nothing makes people dread meetings more than overruns.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Managing difficult behaviours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Behaviour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the chair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heckler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Aggressive and argumentative — stay calm, find merit in one point, express agreement, move on.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one who won't shut up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Eager-beaver, show-off, well-informed or just talkative — wait for a breath, thank them, ask to hear from someone else; toss misstatements back to the group.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cynic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gripe at random or have a real complaint — point out the meeting seeks better ways by constructive cooperation; let a group member answer.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silent one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Bored, shy or uncertain — ask directly for their opinion, show respect for their experience, encourage their first contribution; never force them.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egos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Personalities clash — compliment their enthusiasm, ask for constructive solutions, emphasise points they agree on, throw a question to the rest.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chatty couple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Side conversations — remind them of the debate, draw them back with an easy question and a recap of what was just discussed.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one who is defiantly wrong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Confused or misinformed — tactfully restate their point to show the error, or leave the debate open for the group to correct it.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3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Chair a meeting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Role-play practical: chair a 10-minute technical meeting from a scenario card — observed evidence.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“Chairing a technical practitioners meeting” — typed answers, AI-marked.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3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Preparing and chairing the meeting. 80%+ is competent.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 the meeting — don't let the meeting run you.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agreed with the members » the agenda followed step by step » everyone heard, no one dominating » difficult behaviour managed with skill » decisions that are clear, accurate, time-framed — and a meeting that ends on time.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Chairing a Technical Practitioners Meeting</dc:title>
  <dc:subject>PptxGenJS Presentation</dc:subject>
  <dc:creator>Andre Snell</dc:creator>
  <cp:lastModifiedBy>Andre Snell</cp:lastModifiedBy>
  <cp:revision>1</cp:revision>
  <dcterms:created xsi:type="dcterms:W3CDTF">2026-09-03T21:06:13Z</dcterms:created>
  <dcterms:modified xsi:type="dcterms:W3CDTF">2026-09-03T21:06:13Z</dcterms:modified>
</cp:coreProperties>
</file>