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Describe Systems Theory with respect to Information Systems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environment, the management system, and the information systems that serve every level of the organisation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manager and the management system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manager is someone skilled in knowing how to analyse and improve the ability of an organisation to survive and grow in a complex and changing world.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have a set of tools that enable them to grasp the complexity of the organisation's environment.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management system describes the organisation and the set of significant interacting institutions and forces in its complex, rapidly changing environment that affect its ability to serve its customers.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firm must continuously monitor and adapt to the environment if it is to survive and prosper.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Disturbances in the environment may spell profound threats or new opportunities — the successful firm identifies, appraises and responds to both.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and external environment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environment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is a resource conversion machine: it takes inputs (labour, money, materials, equipment) from the outside world and converts them into useful products, goods and services — its outputs to customers.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environment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outside institutions and forces with an actual or potential interest or impact on the organisation's objectives: competitive, economic, technological, political, legal, demographic, cultural and ecosystem.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5720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736592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GLOBALISATION — AN OPPORTUNITY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5084064"/>
            <a:ext cx="107259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Improving transport and communications let companies expand into worldwide markets — managers must handle multiple cultures and political systems.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serving every level of the pyramid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description distinguishes these types of information systems (any three):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TPS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Collects, stores, modifies and retrieves the organisation's transactions.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KWS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technical expertise — word processing, CAD, expert systems.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internal and external data into decision-making information.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DSS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“what if” analysis and unstructured decisions.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1605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long-term, strategic view for senior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Transaction Processing Systems (TPS)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TPS collects, stores, modifies and retrieves the transactions of an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is an event that generates or modifies data that is eventually stored in an information system.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be considered a transaction processing system, the computer must pass the ACID test.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processing is NOT transaction processing — several transactions are processed together and results are not immediately available while a transaction is entered.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of a TPS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Rapid response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cannot be kept waiting — input to output in a few seconds or less.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breakdown can stop the business — very low failure rate, quick recovery, solid backups.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Inflexibility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transaction is processed the same way — no non-standard operations per user or agent.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processing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Enforces the organisation's allocated roles and responsibilities.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ACID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properties every transaction must have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Atomicity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or nothing: an R5,000 transfer must debit the sender AND credit the receiver — or be cancelled entirely.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Follows the rules and keeps the data correct: sender R20,000 → R15,000, receiver R10,000 → R15,000.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Isolation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Simultaneous transactions do not interfere: Client A's R5,000 and Client B's R2,000 each run as if on their own.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the transfer completes, the balances are saved permanently — a crash or power loss cannot undo them.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STORING AND RETRIEVING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and files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collection of data neatly organised, storing the accounting and operational records — accurate, protected, and used many times a day.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331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Hierarchical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levels — top-to-bottom nodes and branches; each child links to only ONE parent node.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 and branches like hierarchical — but each child can link to MULTIPLE higher parent nodes.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3317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related tables — flexibility comes from the relationships built between tables.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and on-line systems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 are collected over a period and dealt with in one go — mail-order tickets batched in 50s, keyed in, then the stock-control program runs. Hours may pass, but a 4–5 day delivery makes that acceptable.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On-line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happen immediately — critical for production-line sensors checking imbalances. A travel-agent ticket updates the airline's computer within seconds: pseudo-on-line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WORK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for technical expertise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Word-processing for clerical staff · spreadsheets for accounts and sales · database management systems for records.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for designers · project management systems · expert systems for specialist staff.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Expert system example: an engineer types in the parameters for a bearing and the system suggests several alloys — the engineer's knowledge and experience make the final choice.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are networked; large organisations link several LANs so staff communicate by e-mail, document scanning, web-cams and video conferencing.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 and the manager's five functions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916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an MIS is to convert data from internal and external sources into information used to make effective decisions for planning, directing and controlling.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309524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24712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— the direction a company takes, e.g. diversifying, where to operate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6772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364" y="309524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8564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Organising — resources such as people, space, equipment and services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2851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24712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Coordinating — the activities of various departments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176772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364" y="4128516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98564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— the organisation, products, employees, use of IT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502920" y="4901184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16178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4712" y="4974336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Controlling — monitoring and supervising the activities of others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data processing to management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processing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day-to-day transactions — e.g. the sale of a CD to a customer.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information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collected data and produce lists — e.g. items that need to be re-ordered.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Analyses sales data to highlight trends per product line — special promotion, or discontinue?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sources and flows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information comes easily from systems on the company network, e.g. sales figures per product line.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information: intelligence about competitors (press, leaks, even industrial espionage) · population shifts · economic and social factors · government legislation.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flows follow a procedure — Monday-morning branch downloads, agencies like Dun and Bradstreet, shared documents, e-mail, company intranets.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Informal flows come from chance meetings, magazines, newspapers, or the news on TV.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levels of information for managers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4165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Level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Decisions it serves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Day-to-day 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in more stock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Tactical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to medium term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Introducing a new product to a retail outlet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Strategic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Long term — the organisation's future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Opening a new store, or taking over a rival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Structured, unstructured — and the four stages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Repetitive, with a definite routine — stock below 15% triggers an order.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Unstructured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knowledge, insight and evaluation — may crop up without warning.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611880"/>
            <a:ext cx="11183112" cy="2377440"/>
          </a:xfrm>
          <a:prstGeom prst="roundRect">
            <a:avLst>
              <a:gd name="adj" fmla="val 346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3767328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STAGES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133088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Recognise the problem — the MIS shows where performance is off.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Consider the solution — “what if” scenarios in a spreadsheet.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— the manager's experience plus the MIS's information.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Implement and review — the MIS supplies the evaluation data.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concept, Input–Process–Output, three types of IS —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systems theory and information systems.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 the systems-theory statement honestly —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business is a system — IT keeps it running.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→ process → outputs · TPS, KWS and MIS · ACID-safe transactions · databases · batch and on-line processing · information for operational, tactical and strategic decisions.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2 — Systems Theory with respect to Information Systems</dc:title>
  <dc:subject>PptxGenJS Presentation</dc:subject>
  <dc:creator>Andre Snell</dc:creator>
  <cp:lastModifiedBy>Andre Snell</cp:lastModifiedBy>
  <cp:revision>1</cp:revision>
  <dcterms:created xsi:type="dcterms:W3CDTF">2026-08-23T00:54:00Z</dcterms:created>
  <dcterms:modified xsi:type="dcterms:W3CDTF">2026-08-23T00:54:00Z</dcterms:modified>
</cp:coreProperties>
</file>