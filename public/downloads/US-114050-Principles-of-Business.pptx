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 the Principles of Business and the Role of Information Technology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enterprise, business objectives and the environment within which businesses operate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OUTCOMES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outcome: explain the principles of business and the role of information technology.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402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Types of business organisations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sole trader, partnership, limited, private and public companies.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2402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Common objectives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Outline the objectives businesses pursue — buying &amp; selling, profit, charity, social clubs.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2402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environment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Outline the environment within which businesses operate.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5074920"/>
            <a:ext cx="11183112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28523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61288" y="5074920"/>
            <a:ext cx="10287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your own business setup as you work through this lesson — every form of enterprise you meet is a candidate.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ways to own a business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different types of businesses — from which you must choose your own setup.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Sole Proprietor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owner, no partners. No formal registration — but if the business fails, you personally become insolvent.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Partnership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to 20 people making and sharing profits. Partners are jointly and severally liable for its debts.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Closed Corporation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simple, flexible, inexpensive legal person for up to ten natural persons.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Company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advanced form — limits liability and improves access to capital. Private or public.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COMPANY (PTY LTD)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vs public company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types of profit-seeking companies are found in South Africa. The most important differences: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  <a:gridCol w="38679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Private Company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Public Company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Members (shareholders)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Between one and 50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seven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Directors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one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two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not be offered to the public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be offered to the public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Transfer of shares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Needs the board's consent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Freely transferable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Name ends with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(Pty.) Ltd.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Ltd. or Limited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Legal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Fewer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Numerous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Closed corporations (CC)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simple, flexible, inexpensive legal structure for up to ten natural persons in business together.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ten members; must be registered with the Registrar of Closed Corporations in Pretoria.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legal person — it can enter into contracts, operate a bank account, own property, sue or be sued.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Formed by its members but exists independently — it continues even if membership changes or all members die.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Established, run and terminated only in terms of the Closed Corporations Act.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member holds an interest (a percentage); the interests must always add up to 100 percent.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company, corporation or trust may not be a member of a closed corporation.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Partnerships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business association concluded between people who intend making and sharing profits.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legal person — its rights, duties and liabilities bind the individual partners.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of two and maximum of 20 partners (certain professional partnerships may have more).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partner is an agent of the partnership and binds all the other partners.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 are jointly and severally liable for partnership debts; insolvency sequestrates every partner's estate.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have a properly worded agreement drawn up by an attorney — covering death of a partner or dissolution.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Sole proprietor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one person owns the business — there are no partners or co-owners.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formal registration, administration or termination; no statutes regulate sole owners.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have to work alone — you may employ people to help you run the business.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business becomes insolvent, you personally become insolvent.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3977640"/>
            <a:ext cx="11183112" cy="1965960"/>
          </a:xfrm>
          <a:prstGeom prst="roundRect">
            <a:avLst>
              <a:gd name="adj" fmla="val 41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16052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YOU START: RESEARCH THE NEED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1072591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skills · your interests · other commitments · is there a market? · who is it? · how big? · the competition · growing or stagnant? · premises or home? · capital · right size · working hours · staffing · the risk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CHOOSING YOUR IDEA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New, existing or franchised?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each idea against the research criteria on a scale of 1–10.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a new business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own idea from scratch — rate it against the checklist: skills, market, competition, capital, risk.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 an existing one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from day one with customers and suppliers in place — but you pay for goodwill and there may be unseen flaws.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a franchise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in-between: a new business that is also a known brand. “A marriage between a big business and a small business.”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02920" y="5029200"/>
            <a:ext cx="11183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According to the South African Franchise Association, franchising is about to explode in South Africa.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Franchisor and franchisee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franchisor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or company with a highly marketable product or service. Achieves rapid expansion at relatively low cost.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franchisee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Licensed to perform the marketing function; provides most of the capital. Gains big-business purchasing and advertising advantages.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02920" y="4160520"/>
            <a:ext cx="111831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small size of the franchisee's business keeps small-business advantages — personal dedication and commitment — making franchising particularly suited to service businesses, at relatively low risk.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Advantages of franchising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 greater chances of success — the franchisor supplies goods or services more cheaply.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franchisor obtains bigger discounts by buying in bulk for his outlets.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franchisee starts with a product or service that has an existing, acceptable image.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know the business, even if the outlet is new — an accepted brand from the start.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 package: operations manual, accounting system, marketing, outlet design, staff training.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Ongoing management advice — every outlet's success is in the franchisor's own interest.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Disadvantages — and what you need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5720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DISADVANTAGES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Selling rights restricted to a particular area only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franchisor controls for uniform quality and cleanliness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of becoming too dependent on the franchisor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costs money — initial franchise fees plus ongoing royalties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5720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YOU NEED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qualities of a successful entrepreneur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thorough investigation of the franchisor's track record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 with existing franchisees; established training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attorney to scrutinise the franchise agreement — fair to both parties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Loans come easier to franchises because of the reduced risk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are franchised businesses?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McDonald's, Steers, Spar, Shoprite — the same name and goods at the same prices.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11183112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largest criterion: every outlet must look uniformly the same and sell the branded products the franchisor suggests.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Products are increasingly labelled as “house brands” — a building tool for the franchise brand name.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brand gives consumers peace of mind: the same quality from one outlet as from the next.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brand consumers long for — confidence in the quality of the product they are buying.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Aims, objectives and mission statements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sole trader may have unstated aims — like surviving the first year. Others state exactly what they aim to do: Amazon wants to “make history and have fun”.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860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aim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business wants to go — its goals. E.g. “we want to grow the business into Europe.”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2860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Stated, measurable targets for achieving the aims — e.g. “€10 million of European sales in 2004.”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2860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mission statement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 out the vision and values so staff, customers and suppliers understand the basis for the business's actions.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SMART objectives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Objectives give a clearly defined target — plans can be made and progress measured.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 — Specific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Aimed at what the business does, e.g. a hotel filling 60% of its beds a night.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 — Measurable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value can be put on it, e.g. €10,000 in sales in the next half year.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— Agreed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all those concerned in trying to achieve the objective.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02336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0624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1330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 — Realistic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5604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Challenging, but achievable with the resources available.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02336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0624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1330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 — Time specific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5604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time limit for achievement, e.g. by the end of the year.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main objectives businesses pursue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Survival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— new businesses, new entrants to a market, or a time of crisis.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Profit maximisation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most profit possible — the likely aim of the owners and shareholders.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Profit satisfying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Enough profit to keep the owners comfortable — without working longer hours.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growth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as many sales as possible — survival through size and economies of scale.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objectives conflict — and why they change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11183112" cy="2103120"/>
          </a:xfrm>
          <a:prstGeom prst="roundRect">
            <a:avLst>
              <a:gd name="adj" fmla="val 391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8308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OBJECTIVES CONFLICT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107259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vs profit: price cuts lift short-term sales but reduce short-term profit.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term vs long term: cash flow drops now while investing in new products and equipment.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Stock Exchange investors are often accused of chasing short-term performance.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111831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11480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OBJECTIVES CHANGE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4507992"/>
            <a:ext cx="107259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objective is achieved and a new one is needed — survival in year one, profit in year two.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Competitors launch new products or cut prices, so targets must be revised.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changes product designs, so sales and production targets change too.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AIMS AND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all businesses seek profit or growth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Ethical businesses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Co-op, the Body Shop — led by beliefs about the environment and people.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 corporations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plus a public service — e.g. cheap, accessible transport.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 regulators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the private sector — ensuring businesses comply with the law.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06908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Health &amp; education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private schools have charitable status; the aim is educating pupils.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06908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Charities &amp; voluntary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Aims and objectives led by the beliefs they stand for.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this unit standard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the forms of enterprise and outline the objectives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everything in this lesson.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honest with yourself — tick what you can do, write goals for the rest.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 a project showing how IT is used in everyday business.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the business — then support its technology.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 → researching the idea → franchising → aims, SMART objectives and the environments businesses operate in — the business context every IT systems support professional works inside.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— Principles of Business and the Role of Information Technology</dc:title>
  <dc:subject>PptxGenJS Presentation</dc:subject>
  <dc:creator>Andre Snell</dc:creator>
  <cp:lastModifiedBy>Andre Snell</cp:lastModifiedBy>
  <cp:revision>1</cp:revision>
  <dcterms:created xsi:type="dcterms:W3CDTF">2026-08-23T00:10:46Z</dcterms:created>
  <dcterms:modified xsi:type="dcterms:W3CDTF">2026-08-23T00:10:46Z</dcterms:modified>
</cp:coreProperties>
</file>