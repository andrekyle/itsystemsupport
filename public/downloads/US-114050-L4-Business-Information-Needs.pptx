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� LESSON 4 �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Relationship between a Business and its Information Needs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 to wisdom � how a business gathers data, turns it into information, uses it in its roles, and protects it from threats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�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Thursday, 27 Aug 2026 � 09h00 �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�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� Investec �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 TO WISDOM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Ackoff's five categories of the human mind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According to Russell Ackoff, systems theorist and professor of organisational change: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Symbols � raw facts with no significance beyond their existence.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processed to be useful � answers who, what, where, when.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of data and information � answers how.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70332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38862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63600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Appreciation of why � carries each level to the next.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70332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388620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Wisdom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63600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Evaluated understanding � vision and design.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02920" y="54406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9" name="Text 22"/>
          <p:cNvSpPr/>
          <p:nvPr/>
        </p:nvSpPr>
        <p:spPr>
          <a:xfrm>
            <a:off x="731520" y="556869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FUTURE</a:t>
            </a:r>
            <a:endParaRPr lang="en-US" sz="1800" dirty="0"/>
          </a:p>
        </p:txBody>
      </p:sp>
      <p:sp>
        <p:nvSpPr>
          <p:cNvPr id="30" name="Text 23"/>
          <p:cNvSpPr/>
          <p:nvPr/>
        </p:nvSpPr>
        <p:spPr>
          <a:xfrm>
            <a:off x="731520" y="5916168"/>
            <a:ext cx="1072591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four categories deal with the past � what has been or what is known. Only wisdom deals with the future; people must move successively through the other categories to reach it.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and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is raw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simply exists � usable or not � and has no meaning of itself. In computer terms, a spreadsheet generally starts out by holding data.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has meaning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given meaning by relational connection. In computer terms, a relational database makes information from the data stored within it.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11480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2428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WEATHER EXAMPLE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59028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Data: “It is raining.”  �  Information: “The temperature dropped 15 degrees and then it started raining” � a relationship, possibly cause and effect.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HIGHER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Knowledge, understanding and wisdom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appropriate collection of information � memorised, deterministic. The times table answers 2 × 2, but not 1267 × 300.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Cognitive and analytical � synthesises NEW knowledge from what is known. Learning, not memorising. AI systems (2026: Copilot, Gemini) do this at scale.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Wisdom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Extrapolative, non-deterministic. Calls on moral and ethical codes; judges right from wrong. The authors: computers will never possess it.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4343400"/>
            <a:ext cx="11183112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31520" y="44714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WEATHER EXAMPLE, CONTINUED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31520" y="4818888"/>
            <a:ext cx="1072591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Knowledge: high humidity + a sharp temperature drop usually means rain. Wisdom is systemic: “it rains because it rains” � grasping all the interactions between evaporation, air currents and temperature gradients.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is a pattern knowledge � and when is it noise?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“Abugt dbesbt regtc uatn s uitrzt…” � 100% novelty. To you it is noise; there is no foundation to connect with the pattern. Yet translated, these are Newton's three laws of motion.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something knowledge if you can't understand it?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Now: a heavy 3×3×6 box with a door, food inside, colder inside than out, usually in the kitchen, ice compartment, light when it opens, dirt underneath, junk on top…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refrigerator � at some point you connected with the pattern, and every further statement only confirmed it. In a society without refrigerators, it stays a riddle.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5029200"/>
            <a:ext cx="11183112" cy="1143000"/>
          </a:xfrm>
          <a:prstGeom prst="roundRect">
            <a:avLst>
              <a:gd name="adj" fmla="val 72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1572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POINT FOR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504688"/>
            <a:ext cx="10725912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only becomes knowledge when the receiver can connect it to a pattern they understand � present information in the language and context of its users, or it is noise.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 IN DECISION MAKING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information to a final choice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making is the cognitive process leading to the selection of a course of action among variations � every process produces a final choice: an action or an opinion.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begins when we need to do something but know not what � a reasoning process, rational or irrational, on explicit or tacit assumptions.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Structured, rational decisions drive science-based professions � e.g. medical diagnosis, then treatment selection.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 time pressure, high stakes or ambiguity, experts decide intuitively: recognition-primed decisions fit the indicators into experience and arrive immediately at a satisfactory course of action.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Robust-decision approaches formally integrate uncertainty into the process.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Price control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price system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Prices set by supply and demand � signals between producers and consumers that ration supplies, distribute income and allocate resources.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price system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Prices set by government within a controlled market or planned economy.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06908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19709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THE ORGANISATION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544568"/>
            <a:ext cx="1072591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prices are largely governed by what competitors charge for similar products. Pricing, costing and manufacturing must communicate so goods sell at the same or better price than competitors.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 control and PDCA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systems ensure products and services meet or exceed customer requirements � “fit for purpose”, “do it right the first time”. QA covers design through documentation.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860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the objective and the process to deliver it.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344418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010" y="22860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47922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3509010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Carry out the plan; collect data along the way.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85916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508" y="22860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89420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350508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results against the expected outcome.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9027414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006" y="22860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630918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192006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differences; standardise what worked.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02920" y="420624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731520" y="43342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31520" y="4681728"/>
            <a:ext cx="10725912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Competitors' items are checked and measured against the organisation's own quality � that comparison depends on communication.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 and business performance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meets sales &amp; marketing so new products are fully understood, then marketed to consumers. Two-way: client surveys flow back to R&amp;D to build what customers request.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(BPM)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Processes that organise, automate and analyse the metrics, processes and systems driving performance � the next generation of business intelligence (BI).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34340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4714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THROUGH COMMUNICATION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81888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 the performing areas, understand the tools that work, and apply them where the business performs less well. All views, opinions and input are needed for educated decisions.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threats you must be able to explain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Unauthorised access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Hackers or insiders reading data they have no right to see. Defend: passwords + MFA, per-role access rights, encryption � POPIA makes it a legal duty.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Viruses &amp; malware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that corrupts, steals or destroys data � in 2026 above all ransomware via phishing email. Defend: antivirus, patches, backups, cautious staff.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Disgruntled staff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Insiders who deliberately damage, leak or delete data. Defend: least-privilege access, audit trails, remove access the day someone leaves.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NEEDS WHAT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information needs of the sub-systems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0741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Sub-system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Information it needs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HR (employment)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Employee records, contracts, leave and attendance, payslips, performance reviews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Production (manufacture)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Orders, raw-material stock, production schedules, quality measurements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Marketing (branding)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Brand assets, campaign results, customer feedback and survey data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Financial (cash flow)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Invoices, payments, debtors and creditors, cash-flow forecasts, budgets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� Self &amp; Group � all 14 questions: data, information, the five roles, the three threats and the four sub-systems.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quizzes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section gates on its five questions � all correct unlocks Next.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am able to explain the relationship between a business and its data requirements” � tick it honestly,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�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is raw. Information has meaning. Wisdom stays human.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→ information → knowledge → understanding → wisdom � decisions, price control, quality (PDCA), marketing and BPM � guard it against unauthorised access, malware and insiders � give HR, Production, Marketing and Finance the information they need.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� National Certificate: IT � System Support � SAQA ID 48573 �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4 — The relationship between a business and its data requirements</dc:title>
  <dc:subject>PptxGenJS Presentation</dc:subject>
  <dc:creator>Andre Snell</dc:creator>
  <cp:lastModifiedBy>Andre Snell</cp:lastModifiedBy>
  <cp:revision>1</cp:revision>
  <dcterms:created xsi:type="dcterms:W3CDTF">2026-08-23T00:10:47Z</dcterms:created>
  <dcterms:modified xsi:type="dcterms:W3CDTF">2026-08-23T00:10:47Z</dcterms:modified>
</cp:coreProperties>
</file>