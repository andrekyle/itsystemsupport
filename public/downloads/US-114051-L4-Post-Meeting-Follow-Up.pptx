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603504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6035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SO 4 · NQF LEVEL 5 · 4 CREDITS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Post-Meeting Follow-Up for a Technical Meeting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Accurate minutes in line with organisational policy, decisions communicated on time — and an implementation stage that actually delivers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90-minute lesson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11 Sep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Personal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 OUTCOME 4 &amp; ASSESSMENT CRITERIA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you must be able to do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Conduct post-meeting follow-up: circulation of minutes, recommendations, motions passed and feedback. The assessment criteria: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10312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Accurate minutes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85292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Minutes are produced accurately and in line with the policy of the organisation.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92024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1031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Decisions communicated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85292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Agreed records of discussion reach interested parties in the format and time frame the meeting type and organisation require.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92024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1031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Actions summarised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85292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summary of discussions and actions that meets format requirements.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POST-MEETING FOLLOW-UP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minutes matter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Minutes form a historical record of a group's work — a record of decisions and details when people's memories fail or when they disagree.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remind people of assignments they have taken on and the deadlines they need to meet.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inform those not present of what happened at the meeting.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They give future members a way to build on past successes and avoid reinventing the wheel.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Accurate minutes prevent arguments about previous decisions — and are the guide for drawing up the next agenda and the annual report.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POST-MEETING FOLLOW-UP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Taking good minutes — three skills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82880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556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· Listening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7860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just hearing what is said — making sure you understand it. The note taker's technical background earns its keep here.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4592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82880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556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 · Taking notes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7860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only the main points and the decisions, in your own words. Pay special attention to decisions — ask for them to be repeated, and stop the meeting if anything is unclear.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45920"/>
            <a:ext cx="3605784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828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5564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 · Writing the minutes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78608"/>
            <a:ext cx="3276600" cy="16824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Neatly, in a dedicated minute book or file — never on scraps of paper — kept safe and available for consultation at any time.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02920" y="461772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fact from opinion: attribute views to their source — “Jane suggested that…”, “the group concluded that…”.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POST-MEETING FOLLOW-UP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minutes must contain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18311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912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Section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Contents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Header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Nature of the meeting, date, time and place — and who took the minutes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Attendance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Everyone present, visitors, apologies and absentees; time the meeting was called to order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Previous minutes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Approval of the previous meeting's minutes, with any corrections or amendments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Reports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Summary of reports, announcements and other information shared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Motions &amp; resolutions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Recorded verbatim with mover and seconder, and read back in the meeting to confirm accuracy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Decisions &amp; actions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Key points of each discussion, decisions reached, who took each assignment and its deadline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Closure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Time of adjournment — and the next meeting's date, time and location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POST-MEETING FOLLOW-UP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After the meeting — close the loop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up, organise and distribute the minutes to everyone who attended within a reasonable time — distributing them before the next meeting reminds people of assignments and deadlines.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Communicate the agreed records of discussion to interested parties in the format and time frame required — contractual, technical review or project specific.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up with people: thank them for their input and make sure they understand their assignments and have what they need.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Corrections or additions are recorded in the next meeting's minutes, and the group approves the minutes as accurate — as read or as amended.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 start getting ready for the next meeting.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POST-MEETING FOLLOW-UP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decision meeting life cycle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meetings are not isolated events — they are part of a continuous cycle, and each stage can be face-to-face or distributed, synchronous or asynchronous: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965960"/>
            <a:ext cx="3605784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14884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0756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Pre-meeting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898648"/>
            <a:ext cx="327660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the agenda, identify the people to invite and their roles, prepare each participant, include background information.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965960"/>
            <a:ext cx="3605784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14884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0756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898648"/>
            <a:ext cx="327660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Interactions among participants conclude with one or more decisions to be implemented afterwards.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965960"/>
            <a:ext cx="3605784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14884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07568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Post-meeting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898648"/>
            <a:ext cx="327660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Dissemination, monitoring the implementation of decisions, and clarifying ambiguous decision details — often by people who weren't in the room.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502920" y="4572000"/>
            <a:ext cx="111831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gap between the end of a meeting and its implementation can turn a decision inconsequent — decisions implemented without follow-up produce outcomes different from those planned.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POST-MEETING FOLLOW-UP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aspects of post-meeting support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· Implementation plan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and publish an execution plan for each decision; allow changes during execution; generate tasks for the implementation team and record completed tasks.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 · Follow-up of activities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formal link between each meeting outcome and its implementation — working steps whose execution can be tracked and corrected.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794760"/>
            <a:ext cx="5500116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397764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390448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 · Means of interaction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727448"/>
            <a:ext cx="517093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structured, persistent communication channel between decision makers and implementers — an extension of the meeting for resolving ambiguities.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794760"/>
            <a:ext cx="5500116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397764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390448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 · Awareness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727448"/>
            <a:ext cx="5170932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Filtered progress information for people affected by the decision — subscriptions and notifications avoid the informal demands that waste time.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POST-MEETING FOLLOW-UP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structured follow-up buys you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structured follow-up of the decisions made at the meeting — decisions stop getting lost on the way to implementation.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Explicit awareness of task progress for every involved role — including management and affected outsiders.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Organisational memory: potentially valuable information is captured and can be consulted at any time, helping avoid recurrent mistakes.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Easier identification of issues for the next cycle: unclear details of decisions just made and unsettled issues after tasks are done.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Formal definition of responsibilities and expected results — with less meeting time spent on follow-up chores.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Specific Outcome 4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“Post-meeting follow-up” — typed answers,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Quiz 4 &amp; self assessment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Post-meeting follow-up quiz, then the honest tick-box self assessment.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— Meeting portfolio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Notice and agenda, invitations, attendance register, minutes and action summary. Mark it 114051.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meeting is not over when it ends.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Minutes that stand as the record » decisions communicated in format and on time » an implementation plan with owners, tracking and awareness — follow-up is what turns discussion into delivery.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114051 — Post-Meeting Follow-Up for a Technical Meeting</dc:title>
  <dc:subject>PptxGenJS Presentation</dc:subject>
  <dc:creator>Andre Snell</dc:creator>
  <cp:lastModifiedBy>Andre Snell</cp:lastModifiedBy>
  <cp:revision>1</cp:revision>
  <dcterms:created xsi:type="dcterms:W3CDTF">2026-09-03T21:06:13Z</dcterms:created>
  <dcterms:modified xsi:type="dcterms:W3CDTF">2026-09-03T21:06:13Z</dcterms:modified>
</cp:coreProperties>
</file>