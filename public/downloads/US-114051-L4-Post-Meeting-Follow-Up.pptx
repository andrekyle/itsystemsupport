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603504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6035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SO 4 · NQF LEVEL 5 · 4 CREDITS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Post-Meeting Follow-Up for a Technical Meeting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Accurate minutes in line with organisational policy, decisions communicated on time, and actions summarised and tracked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90-minute lesson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11 Sep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Personal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 OUTCOME 4 &amp; ASSESSMENT CRITERIA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you must be able to do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Conduct post-meeting follow-up for a technical meeting. You will be assessed against these criteria: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10312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Accurate minutes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85292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Minutes are accurately produced and comply with organisational policy.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92024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1031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Decisions communicated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85292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the required format and within the required timeframe.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92024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1031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Actions summarised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85292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Summaries of discussions and actions meet the format requirements.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POST-MEETING FOLLOW-UP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good minutes contain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Produce the minutes in the organisation's format, check them, and distribute them within the required time.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20240"/>
          <a:ext cx="1118311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912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Section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Contents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Header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Meeting name, date, time, venue and the chairperson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Attendance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Members present, apologies and absentees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Agenda items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Each topic with a concise, accurate record of the discussion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Decisions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was decided — clear, accurate and within the meeting's mandate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Actions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Each action with its responsible person and deadline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Next meeting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Carried-over items, date and venue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POST-MEETING FOLLOW-UP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Communicate decisions and track actions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82880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556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Communicate decisions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7860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all affected stakeholders, in the required format — minutes, e-mail or report — and within the required timeframe.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4592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82880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556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Summarise actions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7860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action with its owner and deadline; unresolved items carried over to the next agenda.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4592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828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556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Track to done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7860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up on actions before the next meeting — decisions only count once they are implemented.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02920" y="461772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Decisions that are not communicated and tracked might as well not have been taken.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Specific Outcome 4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“Post-meeting follow-up” — typed answers,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Quiz 4 &amp; self assessment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Post-meeting follow-up quiz, then the honest tick-box self assessment.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Logbook — Meeting portfolio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Notice and agenda, invitations, attendance register, minutes and action summary. Mark it 114051.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meeting is not over when it ends.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Accurate minutes per organisational policy » decisions communicated in format and on time » actions summarised, owned and tracked — follow-up is what turns discussion into delivery.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114051 — Post-Meeting Follow-Up for a Technical Meeting</dc:title>
  <dc:subject>PptxGenJS Presentation</dc:subject>
  <dc:creator>Andre Snell</dc:creator>
  <cp:lastModifiedBy>Andre Snell</cp:lastModifiedBy>
  <cp:revision>1</cp:revision>
  <dcterms:created xsi:type="dcterms:W3CDTF">2026-09-03T20:42:04Z</dcterms:created>
  <dcterms:modified xsi:type="dcterms:W3CDTF">2026-09-03T20:42:04Z</dcterms:modified>
</cp:coreProperties>
</file>