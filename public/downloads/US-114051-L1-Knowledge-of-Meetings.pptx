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1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of Technical Practitioners Meetings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types and their uses, leadership styles, decision-making processes and the conventions that keep meetings fair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4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1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demonstrate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knowledge of different types of technical practitioners meetings.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types &amp; uses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meetings, technical review meetings and project review meetings.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Leadership styles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Democratic, autocratic and facilitative meeting procedures.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Decision-making processes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Voting, consensus, criteria-based rating, ranking, paired comparisons.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519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conventions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Moving, seconding, amending and voting procedures.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5196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note taker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note taker requires a technical background.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8080248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251960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83752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it matters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8244840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are where technical teams decide, plan and stay accountable.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technical practitioners meet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118311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are very important for the work of any organisation — they are where the technical team decides, plans and holds itself accountable.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meetings support collective decision-making, planning and follow-up, accountability and democracy.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principal activities of a technical committee are the development and maintenance of its standards, technical reports and data files.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badly run meeting wastes the scarcest resource a technical team has — its practitioners' time.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19836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61288" y="4892040"/>
            <a:ext cx="10287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this unit you will have prepared, chaired and minuted a technical practitioners meeting yourself — that is the evidence in your logbook.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TECHNICAL PRACTITIONERS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meetings you must know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Organisations hold many kinds of meetings — general members, special, executive, AGMs. For technical practitioners, three types matter most: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9456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Contract meetings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Discuss, review and manage contractual obligations and deliverables related to technical projects or services.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9456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review meetings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technical solutions, designs and implementations, and resolve technical issues and problems.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945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review meetings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project progress, timelines, resource allocation and project deliverables.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TECHNICAL PRACTITIONERS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Which meeting, when?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8679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Meeting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Typical use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Contract meeting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Negotiate or review a contract, SLA or deliverable with a client or supplier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Quarterly SLA review with the support vendor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Technical review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Evaluate a design, system or implementation against requirements and standards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Design review before a network upgrade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Project review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Track progress, risks, resources and milestones on a running project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Month-end review of the LAN rollout project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STYLES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decides — the chair, the group, or both?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main leadership styles are used in meeting procedures. Choose the style that fits the meeting's purpose: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574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Democratic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Appointed or nominated delegates all have a voice and participate in decision-making — the chair guides the process, the group decides.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574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Autocratic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chairperson runs the entire meeting and gives most of the input; attendees contribute only when instructed. Fast — use with care.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574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Facilitative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group effort: the facilitator ensures all members actively participate to reach the outcome, guiding while staying neutral.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STYLES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Matching the style to the meeting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7823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Style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Who decides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Best when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Democratic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members, by discussion and vote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Decisions need buy-in from every department or area represented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Autocratic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chairperson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is critical, or one accountable owner must direct the outcome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Facilitative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group, guided by a neutral facilitator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Ideas and problem-solving matter more than a formal ruling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PROCESSES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Five ways meetings reach a decision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of hands or ballot; the most votes wins — simple majority (50% + 1) or supermajority.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and compromise continue until every member can accept the decision.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Criteria-based rating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Rate each option against predetermined criteria; the best total score wins.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Ranking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options best to worst; scores per position are totalled across participants.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Paired comparisons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options two at a time; the option preferred most often is selected.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06908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 the process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the process that fits the decision's importance, urgency and need for buy-in.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CONVENTIONS &amp; PROCEDURES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Order, fairness and effective decisions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Formally propose a motion for the meeting to consider.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Seconding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second member supports the motion — unseconded motions fall away.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7033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Amending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 the motion before the vote; amendments are voted on first.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370332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 procedures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of hands, ballot or poll — counted and recorded by the chair.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525780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518404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61288" y="5257800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note taker needs a technical background — minutes must capture the terminology, decisions and reasons accurately.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“Types of meetings, leadership styles and decision processes”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Quizzes 1 &amp;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types &amp; leadership styles · decision-making &amp; conventions.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Gate quizzes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each lesson's gate quiz as you work through lessons 1–5 on the Lesson tab.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the meeting before you run the meeting.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Contract, technical review and project review meetings » democratic, autocratic and facilitative styles » five decision processes » the conventions that keep it fair — the knowledge every chairperson stands on.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Knowledge of Technical Practitioners Meetings</dc:title>
  <dc:subject>PptxGenJS Presentation</dc:subject>
  <dc:creator>Andre Snell</dc:creator>
  <cp:lastModifiedBy>Andre Snell</cp:lastModifiedBy>
  <cp:revision>1</cp:revision>
  <dcterms:created xsi:type="dcterms:W3CDTF">2026-09-03T20:42:04Z</dcterms:created>
  <dcterms:modified xsi:type="dcterms:W3CDTF">2026-09-03T20:42:04Z</dcterms:modified>
</cp:coreProperties>
</file>